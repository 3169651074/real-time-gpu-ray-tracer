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2"/>
    <p:sldId id="257" r:id="rId3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5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4" d="100"/>
          <a:sy n="114" d="100"/>
        </p:scale>
        <p:origin x="633" y="57"/>
      </p:cViewPr>
      <p:guideLst>
        <p:guide orient="horz" pos="2159"/>
        <p:guide pos="3855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2025/10/26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2025/10/26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403600" y="167640"/>
            <a:ext cx="27158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x-none" altLang="zh-CN"/>
              <a:t>Global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074035" y="1073150"/>
            <a:ext cx="27158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x-none" altLang="zh-CN"/>
              <a:t>Vec3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074035" y="1652270"/>
            <a:ext cx="27158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x-none" altLang="zh-CN"/>
              <a:t>Point3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053965" y="5465445"/>
            <a:ext cx="27158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x-none" altLang="zh-CN"/>
              <a:t>Ray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8955405" y="2667635"/>
            <a:ext cx="27158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x-none" altLang="zh-CN"/>
              <a:t>Color3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411595" y="167640"/>
            <a:ext cx="27158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x-none" altLang="zh-CN"/>
              <a:t>Pair</a:t>
            </a:r>
          </a:p>
        </p:txBody>
      </p:sp>
      <p:cxnSp>
        <p:nvCxnSpPr>
          <p:cNvPr id="10" name="肘形连接符 9"/>
          <p:cNvCxnSpPr>
            <a:stCxn id="3" idx="2"/>
            <a:endCxn id="4" idx="0"/>
          </p:cNvCxnSpPr>
          <p:nvPr/>
        </p:nvCxnSpPr>
        <p:spPr>
          <a:xfrm rot="5400000">
            <a:off x="4328478" y="639763"/>
            <a:ext cx="537210" cy="329565"/>
          </a:xfrm>
          <a:prstGeom prst="bentConnector3">
            <a:avLst>
              <a:gd name="adj1" fmla="val 49941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肘形连接符 10"/>
          <p:cNvCxnSpPr>
            <a:stCxn id="4" idx="2"/>
            <a:endCxn id="6" idx="0"/>
          </p:cNvCxnSpPr>
          <p:nvPr/>
        </p:nvCxnSpPr>
        <p:spPr>
          <a:xfrm rot="5400000" flipV="1">
            <a:off x="4326890" y="1546860"/>
            <a:ext cx="210820" cy="317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肘形连接符 11"/>
          <p:cNvCxnSpPr>
            <a:stCxn id="9" idx="2"/>
            <a:endCxn id="14" idx="0"/>
          </p:cNvCxnSpPr>
          <p:nvPr/>
        </p:nvCxnSpPr>
        <p:spPr>
          <a:xfrm rot="5400000" flipV="1">
            <a:off x="8508683" y="-202882"/>
            <a:ext cx="1066165" cy="254381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肘形连接符 12"/>
          <p:cNvCxnSpPr>
            <a:stCxn id="8" idx="2"/>
            <a:endCxn id="7" idx="0"/>
          </p:cNvCxnSpPr>
          <p:nvPr/>
        </p:nvCxnSpPr>
        <p:spPr>
          <a:xfrm rot="5400000">
            <a:off x="7148195" y="2299970"/>
            <a:ext cx="2429510" cy="390144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8955405" y="1602105"/>
            <a:ext cx="27158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x-none" altLang="zh-CN"/>
              <a:t>Range</a:t>
            </a:r>
          </a:p>
        </p:txBody>
      </p:sp>
      <p:cxnSp>
        <p:nvCxnSpPr>
          <p:cNvPr id="16" name="肘形连接符 15"/>
          <p:cNvCxnSpPr>
            <a:stCxn id="14" idx="2"/>
            <a:endCxn id="8" idx="0"/>
          </p:cNvCxnSpPr>
          <p:nvPr/>
        </p:nvCxnSpPr>
        <p:spPr>
          <a:xfrm rot="5400000" flipV="1">
            <a:off x="9965055" y="2319020"/>
            <a:ext cx="697230" cy="317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5504815" y="2667635"/>
            <a:ext cx="18135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x-none" altLang="zh-CN"/>
              <a:t>BasicTypes</a:t>
            </a:r>
          </a:p>
        </p:txBody>
      </p:sp>
      <p:cxnSp>
        <p:nvCxnSpPr>
          <p:cNvPr id="19" name="肘形连接符 18"/>
          <p:cNvCxnSpPr>
            <a:stCxn id="9" idx="2"/>
            <a:endCxn id="18" idx="0"/>
          </p:cNvCxnSpPr>
          <p:nvPr/>
        </p:nvCxnSpPr>
        <p:spPr>
          <a:xfrm rot="5400000">
            <a:off x="6024880" y="922655"/>
            <a:ext cx="2131695" cy="1358265"/>
          </a:xfrm>
          <a:prstGeom prst="bentConnector3">
            <a:avLst>
              <a:gd name="adj1" fmla="val 50015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肘形连接符 19"/>
          <p:cNvCxnSpPr>
            <a:stCxn id="6" idx="2"/>
            <a:endCxn id="18" idx="1"/>
          </p:cNvCxnSpPr>
          <p:nvPr/>
        </p:nvCxnSpPr>
        <p:spPr>
          <a:xfrm rot="5400000" flipV="1">
            <a:off x="4552950" y="1899920"/>
            <a:ext cx="831215" cy="107251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肘形连接符 20"/>
          <p:cNvCxnSpPr>
            <a:stCxn id="18" idx="2"/>
            <a:endCxn id="7" idx="0"/>
          </p:cNvCxnSpPr>
          <p:nvPr/>
        </p:nvCxnSpPr>
        <p:spPr>
          <a:xfrm rot="5400000" flipV="1">
            <a:off x="5197158" y="4250373"/>
            <a:ext cx="2429510" cy="635"/>
          </a:xfrm>
          <a:prstGeom prst="bentConnector3">
            <a:avLst>
              <a:gd name="adj1" fmla="val 49987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627380" y="2877820"/>
            <a:ext cx="27158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x-none" altLang="zh-CN"/>
              <a:t>Matrix</a:t>
            </a:r>
          </a:p>
        </p:txBody>
      </p:sp>
      <p:cxnSp>
        <p:nvCxnSpPr>
          <p:cNvPr id="23" name="肘形连接符 22"/>
          <p:cNvCxnSpPr>
            <a:stCxn id="6" idx="2"/>
            <a:endCxn id="22" idx="0"/>
          </p:cNvCxnSpPr>
          <p:nvPr/>
        </p:nvCxnSpPr>
        <p:spPr>
          <a:xfrm rot="5400000">
            <a:off x="2780348" y="1225868"/>
            <a:ext cx="857250" cy="2446655"/>
          </a:xfrm>
          <a:prstGeom prst="bentConnector3">
            <a:avLst>
              <a:gd name="adj1" fmla="val 49963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肘形连接符 23"/>
          <p:cNvCxnSpPr>
            <a:stCxn id="22" idx="2"/>
            <a:endCxn id="7" idx="0"/>
          </p:cNvCxnSpPr>
          <p:nvPr/>
        </p:nvCxnSpPr>
        <p:spPr>
          <a:xfrm rot="5400000" flipV="1">
            <a:off x="3089275" y="2142490"/>
            <a:ext cx="2219325" cy="4426585"/>
          </a:xfrm>
          <a:prstGeom prst="bentConnector3">
            <a:avLst>
              <a:gd name="adj1" fmla="val 50014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5166995" y="181610"/>
            <a:ext cx="18573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x-none" altLang="zh-CN"/>
              <a:t>Ray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37185" y="1449705"/>
            <a:ext cx="27158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x-none" altLang="zh-CN"/>
              <a:t>Sphere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337503" y="1869967"/>
            <a:ext cx="27158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x-none" altLang="zh-CN">
                <a:sym typeface="+mn-ea"/>
              </a:rPr>
              <a:t>Parallelogram</a:t>
            </a:r>
            <a:endParaRPr lang="x-none" altLang="zh-CN"/>
          </a:p>
        </p:txBody>
      </p:sp>
      <p:cxnSp>
        <p:nvCxnSpPr>
          <p:cNvPr id="9" name="肘形连接符 8"/>
          <p:cNvCxnSpPr>
            <a:stCxn id="19" idx="2"/>
            <a:endCxn id="6" idx="3"/>
          </p:cNvCxnSpPr>
          <p:nvPr/>
        </p:nvCxnSpPr>
        <p:spPr>
          <a:xfrm rot="5400000">
            <a:off x="4462940" y="1111"/>
            <a:ext cx="222885" cy="3042603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8806180" y="1265555"/>
            <a:ext cx="27158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x-none" altLang="zh-CN"/>
              <a:t>Rough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8806180" y="1818640"/>
            <a:ext cx="27158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x-none" altLang="zh-CN"/>
              <a:t>Metal</a:t>
            </a:r>
          </a:p>
        </p:txBody>
      </p:sp>
      <p:cxnSp>
        <p:nvCxnSpPr>
          <p:cNvPr id="13" name="肘形连接符 12"/>
          <p:cNvCxnSpPr>
            <a:stCxn id="7" idx="3"/>
            <a:endCxn id="11" idx="1"/>
          </p:cNvCxnSpPr>
          <p:nvPr/>
        </p:nvCxnSpPr>
        <p:spPr>
          <a:xfrm>
            <a:off x="7024370" y="365760"/>
            <a:ext cx="1781810" cy="1083945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7802245" y="3140710"/>
            <a:ext cx="16071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x-none" altLang="zh-CN" dirty="0">
                <a:sym typeface="+mn-ea"/>
              </a:rPr>
              <a:t>Render</a:t>
            </a:r>
            <a:r>
              <a:rPr lang="en-US" altLang="zh-CN" dirty="0" err="1">
                <a:sym typeface="+mn-ea"/>
              </a:rPr>
              <a:t>erImpl</a:t>
            </a:r>
            <a:endParaRPr lang="x-none" altLang="zh-CN" dirty="0"/>
          </a:p>
        </p:txBody>
      </p:sp>
      <p:cxnSp>
        <p:nvCxnSpPr>
          <p:cNvPr id="17" name="肘形连接符 16"/>
          <p:cNvCxnSpPr>
            <a:cxnSpLocks/>
            <a:stCxn id="30" idx="2"/>
            <a:endCxn id="3" idx="1"/>
          </p:cNvCxnSpPr>
          <p:nvPr/>
        </p:nvCxnSpPr>
        <p:spPr>
          <a:xfrm rot="16200000" flipH="1">
            <a:off x="1573979" y="2809688"/>
            <a:ext cx="634419" cy="392113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肘形连接符 17"/>
          <p:cNvCxnSpPr>
            <a:stCxn id="12" idx="2"/>
            <a:endCxn id="16" idx="3"/>
          </p:cNvCxnSpPr>
          <p:nvPr/>
        </p:nvCxnSpPr>
        <p:spPr>
          <a:xfrm rot="5400000">
            <a:off x="9217978" y="2378393"/>
            <a:ext cx="1137920" cy="75501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4737735" y="1042670"/>
            <a:ext cx="27158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x-none" altLang="zh-CN">
                <a:sym typeface="+mn-ea"/>
              </a:rPr>
              <a:t>BoundingBox</a:t>
            </a:r>
            <a:endParaRPr lang="x-none" altLang="zh-CN"/>
          </a:p>
        </p:txBody>
      </p:sp>
      <p:cxnSp>
        <p:nvCxnSpPr>
          <p:cNvPr id="21" name="肘形连接符 20"/>
          <p:cNvCxnSpPr>
            <a:stCxn id="7" idx="2"/>
            <a:endCxn id="19" idx="0"/>
          </p:cNvCxnSpPr>
          <p:nvPr/>
        </p:nvCxnSpPr>
        <p:spPr>
          <a:xfrm rot="5400000" flipV="1">
            <a:off x="5849620" y="796290"/>
            <a:ext cx="492760" cy="317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3348355" y="3138805"/>
            <a:ext cx="11925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x-none" altLang="zh-CN">
                <a:sym typeface="+mn-ea"/>
              </a:rPr>
              <a:t>Instance</a:t>
            </a:r>
            <a:endParaRPr lang="x-none" altLang="zh-CN"/>
          </a:p>
        </p:txBody>
      </p:sp>
      <p:sp>
        <p:nvSpPr>
          <p:cNvPr id="23" name="文本框 22"/>
          <p:cNvSpPr txBox="1"/>
          <p:nvPr/>
        </p:nvSpPr>
        <p:spPr>
          <a:xfrm>
            <a:off x="9917796" y="4326692"/>
            <a:ext cx="12937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x-none" altLang="zh-CN" dirty="0">
                <a:sym typeface="+mn-ea"/>
              </a:rPr>
              <a:t>Kernel</a:t>
            </a:r>
            <a:endParaRPr lang="x-none" altLang="zh-CN" dirty="0"/>
          </a:p>
        </p:txBody>
      </p:sp>
      <p:cxnSp>
        <p:nvCxnSpPr>
          <p:cNvPr id="24" name="肘形连接符 23"/>
          <p:cNvCxnSpPr>
            <a:cxnSpLocks/>
            <a:stCxn id="16" idx="2"/>
            <a:endCxn id="23" idx="0"/>
          </p:cNvCxnSpPr>
          <p:nvPr/>
        </p:nvCxnSpPr>
        <p:spPr>
          <a:xfrm rot="16200000" flipH="1">
            <a:off x="9176411" y="2938437"/>
            <a:ext cx="817682" cy="1958828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" name="肘形连接符 1"/>
          <p:cNvCxnSpPr>
            <a:stCxn id="22" idx="3"/>
            <a:endCxn id="4" idx="1"/>
          </p:cNvCxnSpPr>
          <p:nvPr/>
        </p:nvCxnSpPr>
        <p:spPr>
          <a:xfrm>
            <a:off x="4540885" y="3322955"/>
            <a:ext cx="514985" cy="317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087245" y="3138805"/>
            <a:ext cx="8769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x-none" altLang="zh-CN">
                <a:sym typeface="+mn-ea"/>
              </a:rPr>
              <a:t>BLAS</a:t>
            </a:r>
            <a:endParaRPr lang="x-none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5055870" y="3138805"/>
            <a:ext cx="10388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x-none" altLang="zh-CN">
                <a:sym typeface="+mn-ea"/>
              </a:rPr>
              <a:t>TLAS</a:t>
            </a:r>
            <a:endParaRPr lang="x-none" altLang="zh-CN"/>
          </a:p>
        </p:txBody>
      </p:sp>
      <p:cxnSp>
        <p:nvCxnSpPr>
          <p:cNvPr id="5" name="肘形连接符 4"/>
          <p:cNvCxnSpPr>
            <a:stCxn id="3" idx="3"/>
            <a:endCxn id="22" idx="1"/>
          </p:cNvCxnSpPr>
          <p:nvPr/>
        </p:nvCxnSpPr>
        <p:spPr>
          <a:xfrm>
            <a:off x="2964180" y="3322955"/>
            <a:ext cx="384175" cy="317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肘形连接符 13"/>
          <p:cNvCxnSpPr>
            <a:stCxn id="4" idx="3"/>
            <a:endCxn id="16" idx="1"/>
          </p:cNvCxnSpPr>
          <p:nvPr/>
        </p:nvCxnSpPr>
        <p:spPr>
          <a:xfrm>
            <a:off x="6094730" y="3322955"/>
            <a:ext cx="1707515" cy="3175"/>
          </a:xfrm>
          <a:prstGeom prst="bentConnector3">
            <a:avLst>
              <a:gd name="adj1" fmla="val 50019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A4868246-F143-1D7C-7FA8-052E722C1A3C}"/>
              </a:ext>
            </a:extLst>
          </p:cNvPr>
          <p:cNvSpPr txBox="1"/>
          <p:nvPr/>
        </p:nvSpPr>
        <p:spPr>
          <a:xfrm>
            <a:off x="5055870" y="4344670"/>
            <a:ext cx="112920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x-none" altLang="zh-CN" dirty="0">
                <a:sym typeface="+mn-ea"/>
              </a:rPr>
              <a:t>Render</a:t>
            </a:r>
            <a:r>
              <a:rPr lang="en-US" altLang="zh-CN" dirty="0">
                <a:sym typeface="+mn-ea"/>
              </a:rPr>
              <a:t>er</a:t>
            </a:r>
            <a:endParaRPr lang="x-none" altLang="zh-CN" dirty="0"/>
          </a:p>
        </p:txBody>
      </p:sp>
      <p:cxnSp>
        <p:nvCxnSpPr>
          <p:cNvPr id="20" name="肘形连接符 23">
            <a:extLst>
              <a:ext uri="{FF2B5EF4-FFF2-40B4-BE49-F238E27FC236}">
                <a16:creationId xmlns:a16="http://schemas.microsoft.com/office/drawing/2014/main" id="{482C5AED-2D08-375C-FA80-03E6190CCC5A}"/>
              </a:ext>
            </a:extLst>
          </p:cNvPr>
          <p:cNvCxnSpPr>
            <a:cxnSpLocks/>
            <a:stCxn id="16" idx="2"/>
            <a:endCxn id="15" idx="3"/>
          </p:cNvCxnSpPr>
          <p:nvPr/>
        </p:nvCxnSpPr>
        <p:spPr>
          <a:xfrm rot="5400000">
            <a:off x="6885551" y="2808533"/>
            <a:ext cx="1019810" cy="242076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69C297BF-78FE-65B3-C3EC-B31E7B7D7645}"/>
              </a:ext>
            </a:extLst>
          </p:cNvPr>
          <p:cNvSpPr txBox="1"/>
          <p:nvPr/>
        </p:nvSpPr>
        <p:spPr>
          <a:xfrm>
            <a:off x="2591665" y="4347629"/>
            <a:ext cx="112920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ym typeface="+mn-ea"/>
              </a:rPr>
              <a:t>Main</a:t>
            </a:r>
            <a:endParaRPr lang="x-none" altLang="zh-CN" dirty="0"/>
          </a:p>
        </p:txBody>
      </p:sp>
      <p:cxnSp>
        <p:nvCxnSpPr>
          <p:cNvPr id="35" name="肘形连接符 23">
            <a:extLst>
              <a:ext uri="{FF2B5EF4-FFF2-40B4-BE49-F238E27FC236}">
                <a16:creationId xmlns:a16="http://schemas.microsoft.com/office/drawing/2014/main" id="{D8518FC0-D530-39E9-B6FF-9754FB95BDB4}"/>
              </a:ext>
            </a:extLst>
          </p:cNvPr>
          <p:cNvCxnSpPr>
            <a:cxnSpLocks/>
            <a:stCxn id="15" idx="1"/>
            <a:endCxn id="34" idx="3"/>
          </p:cNvCxnSpPr>
          <p:nvPr/>
        </p:nvCxnSpPr>
        <p:spPr>
          <a:xfrm rot="10800000" flipV="1">
            <a:off x="3720868" y="4528819"/>
            <a:ext cx="1335002" cy="2959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A5C07C00-AB38-B1C5-41D0-2C49A46ABDB2}"/>
              </a:ext>
            </a:extLst>
          </p:cNvPr>
          <p:cNvSpPr txBox="1"/>
          <p:nvPr/>
        </p:nvSpPr>
        <p:spPr>
          <a:xfrm>
            <a:off x="337184" y="2320236"/>
            <a:ext cx="27158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ym typeface="+mn-ea"/>
              </a:rPr>
              <a:t>Triangle</a:t>
            </a:r>
            <a:endParaRPr lang="x-none" altLang="zh-CN" dirty="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EF9FBAD8-2543-75D8-A8CE-354273D7139D}"/>
              </a:ext>
            </a:extLst>
          </p:cNvPr>
          <p:cNvSpPr txBox="1"/>
          <p:nvPr/>
        </p:nvSpPr>
        <p:spPr>
          <a:xfrm>
            <a:off x="4834660" y="5293663"/>
            <a:ext cx="1571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err="1">
                <a:sym typeface="+mn-ea"/>
              </a:rPr>
              <a:t>VTKReader</a:t>
            </a:r>
            <a:endParaRPr lang="x-none" altLang="zh-CN" dirty="0"/>
          </a:p>
        </p:txBody>
      </p:sp>
      <p:cxnSp>
        <p:nvCxnSpPr>
          <p:cNvPr id="49" name="肘形连接符 23">
            <a:extLst>
              <a:ext uri="{FF2B5EF4-FFF2-40B4-BE49-F238E27FC236}">
                <a16:creationId xmlns:a16="http://schemas.microsoft.com/office/drawing/2014/main" id="{1B476776-BE6E-673B-1840-5F0181F01580}"/>
              </a:ext>
            </a:extLst>
          </p:cNvPr>
          <p:cNvCxnSpPr>
            <a:cxnSpLocks/>
            <a:stCxn id="15" idx="2"/>
            <a:endCxn id="48" idx="0"/>
          </p:cNvCxnSpPr>
          <p:nvPr/>
        </p:nvCxnSpPr>
        <p:spPr>
          <a:xfrm rot="5400000">
            <a:off x="5330126" y="5003316"/>
            <a:ext cx="580693" cy="1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465</TotalTime>
  <Words>26</Words>
  <Application>Microsoft Office PowerPoint</Application>
  <PresentationFormat>宽屏</PresentationFormat>
  <Paragraphs>24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宋体</vt:lpstr>
      <vt:lpstr>Arial</vt:lpstr>
      <vt:lpstr>Calibri</vt:lpstr>
      <vt:lpstr>Calibri Light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wei zhang</cp:lastModifiedBy>
  <cp:revision>20</cp:revision>
  <dcterms:created xsi:type="dcterms:W3CDTF">2025-10-02T14:10:53Z</dcterms:created>
  <dcterms:modified xsi:type="dcterms:W3CDTF">2025-10-26T15:48:20Z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2052-12.1.2.22571</vt:lpwstr>
  </property>
  <property fmtid="{D5CDD505-2E9C-101B-9397-08002B2CF9AE}" pid="3" name="ICV">
    <vt:lpwstr>747AC4A64ED163E77FFBDD682F28131C_41</vt:lpwstr>
  </property>
</Properties>
</file>